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980D3-C2AB-E33E-72D5-3D3A641AE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5F23D8-EA61-3F1C-B21B-070F968A77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57591-B715-7A4F-E78F-8E8ACA543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2897D-EA50-4F04-90BD-9490B783FBDB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F0C02-0638-8E1E-FBDB-041E67F8E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9ECA6-6F79-8C3E-29CD-8F2DC64A6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F00B9-EB59-4761-8BD8-4FD5F4BF7A3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9496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268B2-D84D-E090-18E2-264F2B755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4E06F-9CEB-5A9A-2F02-390F9177C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644DC-BF9A-D7A6-9E0A-1867051CB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2897D-EA50-4F04-90BD-9490B783FBDB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87390-FE74-A7BB-5088-4E4D93DAA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54049-EB5F-B364-E0C1-7661E3B8E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F00B9-EB59-4761-8BD8-4FD5F4BF7A3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1105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58B2D-146A-E24C-8C52-467F5764F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6D07A-55AC-1AD4-2472-36EC78AE3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74113-82D7-0B61-C00D-062660559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2897D-EA50-4F04-90BD-9490B783FBDB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FBBD9-0847-998B-3798-0E43E0D90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7DE60-29B0-4378-171F-57271EF98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F00B9-EB59-4761-8BD8-4FD5F4BF7A3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0849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9DFB4-CA03-F7EA-E5F5-10492E801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80560-96CC-F8A7-E835-327291591D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D3A23B-26F9-2E80-D402-70C2FF41FA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1F56B5-CE9F-A18D-CAC7-559F9151B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2897D-EA50-4F04-90BD-9490B783FBDB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DCA6C2-2A88-0A47-368B-450843FE4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D0376E-1264-0E36-1EF4-B2374BB8F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F00B9-EB59-4761-8BD8-4FD5F4BF7A3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58745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F17F-E0C5-DAE0-1936-D367C4D94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626555-0E7F-128C-07AE-092F0BE8C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E42B13-BE52-20B6-5C7B-3A9648C835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BAD253-0DAB-2AC9-C7C3-25189C78D6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0F3E3-E346-FFFB-4324-379400A988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31D4C4-6FA1-B249-E37F-2CE453FAD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2897D-EA50-4F04-90BD-9490B783FBDB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A96290-93B5-5416-708F-1EB037FA6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16B252-79C0-1288-EB59-C5ABCE82E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F00B9-EB59-4761-8BD8-4FD5F4BF7A3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3458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5F61F-F187-F31B-12EA-DFF4253F5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4F5ABE-C7B7-10E3-52F3-070399A88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2897D-EA50-4F04-90BD-9490B783FBDB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3028F2-B066-4305-B908-7D9BEF19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8C59F4-9706-4683-40D1-1ABB61659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F00B9-EB59-4761-8BD8-4FD5F4BF7A3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9149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2C0529-14A3-00CC-964A-19497CCA4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2897D-EA50-4F04-90BD-9490B783FBDB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C5D5FF-BFBD-F4D5-6879-1EE65E6BD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3335E-A196-46BA-04C1-113B6FFFE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F00B9-EB59-4761-8BD8-4FD5F4BF7A3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360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E023A-410C-37C4-11BA-EBF08EF65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A7A50-93B2-0E64-3CA2-9D2C459D5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63A36C-8D83-51B5-2936-F512827450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92D01B-CD76-6E0A-D429-6198F2C1F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2897D-EA50-4F04-90BD-9490B783FBDB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C5BED5-FDB6-A902-1F28-A89D44691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642C54-B605-6B7B-75A6-5C30DC4F9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F00B9-EB59-4761-8BD8-4FD5F4BF7A3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0214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8CC19-87CE-CAA5-925E-3FEE95BA7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837615-C6D8-650A-F8C6-5C5FBBF3CA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B60E77-D874-3767-1A83-DC882F870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7F9AE8-3D51-2027-7D67-0BAC491A4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2897D-EA50-4F04-90BD-9490B783FBDB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292FE7-E640-087A-C542-C2D01A3FE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2FE5A2-B895-D26F-B5EB-5DD9C4D50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F00B9-EB59-4761-8BD8-4FD5F4BF7A3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3473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9E3B5-A217-EBE7-2A8B-047CCCDFD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490075-7CA0-6899-E0B7-E92CAB3510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9FB30-E237-AF82-BD6F-022B87E70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2897D-EA50-4F04-90BD-9490B783FBDB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3FA1C-1D80-A934-7877-4F455F43C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CD5B1-B1B7-371B-4CFC-086EEFB9A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F00B9-EB59-4761-8BD8-4FD5F4BF7A3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6403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803A80-C014-73C6-7F2E-4288A08614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9D8D53-5F07-7BD4-7317-F19AD2D84F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F15F0-C12E-EAC6-EF50-6EB353CA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2897D-EA50-4F04-90BD-9490B783FBDB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D839C-B094-1AC9-24C4-6F07D35AE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440BD-925E-5DD9-E7F4-350C0DF8A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F00B9-EB59-4761-8BD8-4FD5F4BF7A3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4692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B0494F-3944-7EAC-772E-4BF018475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17A81C-92B8-8EDB-D4FC-C4D2C3A30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F0C26-B5DF-6D5A-6869-70539E0337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D2897D-EA50-4F04-90BD-9490B783FBDB}" type="datetimeFigureOut">
              <a:rPr lang="de-DE" smtClean="0"/>
              <a:t>13.03.2026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5B7D0-CF8D-6A68-A605-309BD0F555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DB0AB-444B-BAF2-210D-8E166B0888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9F00B9-EB59-4761-8BD8-4FD5F4BF7A3F}" type="slidenum">
              <a:rPr lang="de-DE" smtClean="0"/>
              <a:t>‹#›</a:t>
            </a:fld>
            <a:endParaRPr lang="de-DE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5B605E7-02F5-7B33-5E9B-706767AE435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069" y="6310312"/>
            <a:ext cx="2899862" cy="365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9445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73F6A-3203-6476-E6D8-08C8C5CCFC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&lt;Team Name&gt;</a:t>
            </a:r>
            <a:endParaRPr lang="de-D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4120B1-22F5-56A3-7535-615B10B89F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&lt;Team Participant Names&gt;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90643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FB0A1-3544-E88F-A243-DFBECCFC7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tokens and what is tokenization?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E6698-083D-D865-AA42-CF9C4B087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Describe what you understand about tokenization, and the challenges involved in it.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90650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23619-968C-65DA-49CA-4AE16120E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3: Comparison of tokens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7427E8-1A1D-7B5E-A875-86F12324E5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the complete Indian National anthem, compare the tokens in EN transliteration and </a:t>
            </a:r>
            <a:r>
              <a:rPr lang="en-US" dirty="0" err="1"/>
              <a:t>Devanagri</a:t>
            </a:r>
            <a:r>
              <a:rPr lang="en-US" dirty="0"/>
              <a:t> version.</a:t>
            </a:r>
          </a:p>
          <a:p>
            <a:r>
              <a:rPr lang="en-US" dirty="0"/>
              <a:t>If you are unable to evaluate tokens with </a:t>
            </a:r>
            <a:r>
              <a:rPr lang="en-US" dirty="0" err="1"/>
              <a:t>abctokenizer</a:t>
            </a:r>
            <a:r>
              <a:rPr lang="en-US" dirty="0"/>
              <a:t>, only compare using any available tokenizer on the internet.</a:t>
            </a:r>
          </a:p>
          <a:p>
            <a:r>
              <a:rPr lang="en-US" dirty="0"/>
              <a:t>Describe WHY the differences occur.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13125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5F5B-EEE4-FB03-836A-2AE22FD1F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17 and 18 or Task 16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F1DE4-A431-6735-7C6E-0F4D4CEE2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have done any of the tasks 16, 17, or 18 then describe and discuss in this slide what you have, why you have done it.</a:t>
            </a:r>
          </a:p>
          <a:p>
            <a:r>
              <a:rPr lang="en-US" dirty="0"/>
              <a:t>If you did not attempt any of the three tasks, then describe here why these tasks were challenging for you.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60878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5ACBD-342A-AF99-D69C-98D98CAE9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up to 5 things that you did not understand about the codebase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617D9-D098-0BE5-49BB-986E821DE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you “inherited” this code, it is normal to not understand everything about it. List down what you did not understand, and how will you gain more understanding given more time. </a:t>
            </a:r>
          </a:p>
          <a:p>
            <a:r>
              <a:rPr lang="en-US" dirty="0"/>
              <a:t>If you understood all of it, then describe how you managed to understand it all in the short period of time (KUDOS!)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93634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&lt;Team Name&gt;</vt:lpstr>
      <vt:lpstr>What are tokens and what is tokenization?</vt:lpstr>
      <vt:lpstr>Task 3: Comparison of tokens</vt:lpstr>
      <vt:lpstr>Task 17 and 18 or Task 16</vt:lpstr>
      <vt:lpstr>List up to 5 things that you did not understand about the codebase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Kapil Nichani</dc:creator>
  <cp:lastModifiedBy>Kapil Nichani</cp:lastModifiedBy>
  <cp:revision>3</cp:revision>
  <dcterms:created xsi:type="dcterms:W3CDTF">2026-03-13T02:36:39Z</dcterms:created>
  <dcterms:modified xsi:type="dcterms:W3CDTF">2026-03-13T03:04:35Z</dcterms:modified>
</cp:coreProperties>
</file>